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4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89767C-090B-D984-BA6E-4E7CF14B4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0BBA6E-78DA-FD5C-DD11-594263FF8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E3C649-349F-A16A-7C96-1DC2E173A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032C3C-A033-6157-8D87-1A19BC0A9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62AD38-169C-D99A-8E60-31231C9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1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5A79C-E263-60F6-A9F7-7CC8CFCB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4FDB1F-DBFE-1116-E8F1-844A66320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19D191-BEBF-1B67-F1D5-87344FFE2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99C246-2D89-7720-22B7-9A3A3A328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3E66E2-A2FA-DBB3-F33F-2F1947DA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48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B6D93F-2BAB-EFC9-FAD4-5F942B2D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80AACD-8498-3D58-A0D6-C7979D312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6D3CE9-6F23-E9D6-3AA8-EA50B5C88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D2371C-DD65-6E61-9699-9EADED809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0F82E7-30E4-E23B-67E7-939607D2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63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1614FF-C481-6723-A7DC-1DFE9738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4D45A7-7B90-ABCD-A3FF-8B867D7A1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78D2B1-AB54-11AB-B86D-46E796739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9792A8-D2D5-DE83-2292-F0B8C12F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A0D21FE-9E6F-4E61-808D-300C503BB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040B3C-F4B1-C13B-BB1F-4D5195DC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045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007CAB-E62E-D707-72D9-60AB9A81E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68AA36-056A-80B8-0207-F4BD049FD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426682-3246-B310-E8A5-C4CDAD6DF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AA9672F-8D02-4A64-6180-191926168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C71518-D788-A905-6821-69C522BE7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D1C17EB-FCBF-4104-3987-D4E92461E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82C6466-4C38-1FA4-AD05-8574142A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49597F-126C-2A7D-EA55-FBB22746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78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C71581-4E90-7B5E-4D95-11350A433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179A898-09E6-94DE-0AE9-903688FC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94C158-B250-4D1F-2DA3-193370BE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FBB30-136A-3DD0-F97C-2C397EBC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419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45B7EBD-DD0C-18CE-1D8A-07438073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CE92173-47AD-10B2-5FF3-0955195B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3CBA51-231D-286C-B3A8-132C70AC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0701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8C901D-AA10-31A0-6D84-C8DA6F5FB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AE8E07-E67F-CA70-8313-F82977596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8FB1F6-88AD-4F96-48AA-D25B0363A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49FC21-B642-B768-5E00-EFFCF03C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AEA433-D3C9-AD22-B222-55CC4C7F2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1C2540-4588-3C96-C223-24F484C4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51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BCA3E3-92AF-4927-D39D-BE5FA8A66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5B12FEC-EABB-2965-ACA8-398664DC6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4D11E3A-F349-65D5-839D-CECC3C8A3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2FB2BC-54D9-F97F-6219-36291CE0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D9D44B-F4BF-E0B3-7029-200753849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C16F59-B6E0-D2BE-38E9-1C68E2D6B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2296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E36191-BC7D-1119-8A24-BBFD5265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97E4D0-503D-A0A0-9C3F-FFF6031BC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57CC1C-B31E-EB2A-1B50-F39C61AC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0E546C-D9EC-BDD0-4679-60D3C31A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D3A905-C0DF-CB73-C07C-0D75AAB0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370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86D53F3-5C98-204D-EEA2-3472CE3D2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902745-9778-3B5B-8618-B95E43AF6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86D0C1-A718-9575-0E87-AC36CEB3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B18A06-E2DF-807F-FDAD-5DAF6577C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E3F80C-1D05-09B9-C4F1-50D47CBB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4540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2AF6E13-2E47-1244-9F44-DA5C81CD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BA07F5-6E76-E363-5E31-EF3969C44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36D5BB-6948-B918-027C-DC8AB1F4D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09D88-5142-4110-91D0-1278BA5FE864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819E2F-E851-EEED-61A6-0B3765641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0E590A-6118-8023-D2AE-EC0BEAAE7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7BF26-1E4A-4A79-A061-455E65C882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217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94C9C-2DBC-BBB8-63DA-15B0F845A3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A399E9-E411-9AC9-33C2-ED479753B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F2D7543-BE99-9CF9-777F-950877D25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6AB5EF2-BD23-70D2-1D55-A93B35C11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122" y="0"/>
            <a:ext cx="2573755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98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0422AC1D-D604-AD5A-23DE-F5E0A247E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44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C9B009D-47D1-B991-09F1-3978D35EA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3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1F50A7C-2D31-4D18-A9D2-9529ABFE7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5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66004E7-19FF-D9A7-B4EC-C4817D490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25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60DAA10-F793-C809-2933-8B91B37A8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54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B347BB-1104-F582-2B31-037148BCA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130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Maison</dc:creator>
  <cp:lastModifiedBy>Maison</cp:lastModifiedBy>
  <cp:revision>1</cp:revision>
  <dcterms:created xsi:type="dcterms:W3CDTF">2025-12-21T18:52:10Z</dcterms:created>
  <dcterms:modified xsi:type="dcterms:W3CDTF">2025-12-21T18:52:25Z</dcterms:modified>
</cp:coreProperties>
</file>